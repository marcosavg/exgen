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/>
                <a:gridCol w="3937000"/>
              </a:tblGrid>
              <a:tr h="1828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